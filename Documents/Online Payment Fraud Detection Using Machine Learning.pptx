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source: https://phdprojects.org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lidemake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Online Payment Fraud Detection Using Machine Learning</a:t>
            </a:r>
            <a:endParaRPr lang="en-US" sz="3000" dirty="0"/>
          </a:p>
        </p:txBody>
      </p:sp>
      <p:sp>
        <p:nvSpPr>
          <p:cNvPr id="3" name="Text 1">
            <a:hlinkClick r:id="rId1" tooltip=""/>
          </p:cNvPr>
          <p:cNvSpPr/>
          <p:nvPr/>
        </p:nvSpPr>
        <p:spPr>
          <a:xfrm>
            <a:off x="7315200" y="4572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0" u="sng" dirty="0">
                <a:solidFill>
                  <a:srgbClr val="357EC7"/>
                </a:solidFill>
                <a:latin typeface="Optima" pitchFamily="34" charset="0"/>
                <a:ea typeface="Optima" pitchFamily="34" charset="-122"/>
                <a:cs typeface="Optim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SlideMake.com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Introduction to Online Payment Fraud Detection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Online payment fraud involves unauthorized transactions that result in financial loss.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offers advanced techniques to identify and prevent fraudulent activities.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Effective fraud detection enhances customer trust and protects financial institutions.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Types of Payment Fraud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Common types include card-not-present fraud, account takeover, and identity theft.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Each type exhibits distinct patterns that can be detected with specific features.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Understanding these types helps in designing targeted machine learning models.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Collection and Features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Collecting comprehensive transaction data is essential for accurate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Features may include transaction amount, location, time, device information, and user behavior.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Proper feature engineering improves model performance and fraud detection accuracy.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Algorithms Used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Algorithms such as Random Forest, Gradient Boosting, and Neural Networks are popular choices.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These models can learn complex patterns that distinguish legitimate from fraudulent transactions.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selection depends on data size, feature complexity, and real-time processing needs.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Handling Imbalanced Data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Fraudulent transactions are typically a small fraction of total transactions, creating class imbalance.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Techniques like oversampling, undersampling, and synthetic data generation help balance the dataset.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Addressing imbalance improves model sensitivity to rare fraudulent cases.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 Evaluation Metrics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Accuracy is insufficient due to class imbalance; metrics like Precision, Recall, and F1-score are more informative.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The Area Under the ROC Curve (AUC-ROC) measures the model's ability to distinguish classes.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Continuous monitoring of these metrics ensures the model maintains high detection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Deployment and Real-Time Detection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Models are integrated into payment processing systems for real-time fraud scoring.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Low latency and high throughput are critical for seamless transaction approval.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model updates are necessary to adapt to evolving fraud tactics.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Challenges in Fraud Detection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Fraudsters constantly evolve their methods, necessitating adaptive models.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Data privacy and security concerns limit data sharing and model training.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Balancing false positives and false negatives is crucial to minimize customer inconvenience and loss.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Future Directions and Innovations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Incorporating deep learning and unsupervised learning techniques to detect novel fraud patterns.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Leveraging user behavioral analytics and biometric data for enhanced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Using explainable AI to improve transparency and trust in automated fraud decisions.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earch-letsfade-com.herokuapp.com/proxy?url=https://phdprojects.org/wp-content/uploads/2024/05/Online-Payment-Fraud-Detection-Using-Machine-Learning-300x2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143000"/>
            <a:ext cx="4114800" cy="32004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28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Conclusion and Key Takeaways</a:t>
            </a:r>
            <a:endParaRPr lang="en-US" sz="2400" dirty="0"/>
          </a:p>
        </p:txBody>
      </p:sp>
      <p:sp>
        <p:nvSpPr>
          <p:cNvPr id="5" name="Text 1"/>
          <p:cNvSpPr/>
          <p:nvPr/>
        </p:nvSpPr>
        <p:spPr>
          <a:xfrm>
            <a:off x="457200" y="11430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Machine learning significantly enhances the efficiency and accuracy of online payment fraud detection.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A combination of robust data, appropriate algorithms, and continuous model monitoring is essential.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solidFill>
                  <a:srgbClr val="000000"/>
                </a:solidFill>
                <a:latin typeface="Optima" pitchFamily="34" charset="0"/>
                <a:ea typeface="Optima" pitchFamily="34" charset="-122"/>
                <a:cs typeface="Optima" pitchFamily="34" charset="-120"/>
              </a:rPr>
              <a:t>Ongoing research and innovation are vital to stay ahead of increasingly sophisticated fraud schemes.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SlideMake.com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Payment Fraud Detection Using Machine Learning</dc:title>
  <dc:subject>Online Payment Fraud Detection Using Machine Learning</dc:subject>
  <dc:creator>SlideMake.com</dc:creator>
  <cp:lastModifiedBy>SlideMake.com</cp:lastModifiedBy>
  <cp:revision>1</cp:revision>
  <dcterms:created xsi:type="dcterms:W3CDTF">2026-02-17T13:57:53Z</dcterms:created>
  <dcterms:modified xsi:type="dcterms:W3CDTF">2026-02-17T13:57:53Z</dcterms:modified>
</cp:coreProperties>
</file>