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 Payment Fraud Detection</a:t>
            </a:r>
          </a:p>
          <a:p>
            <a:r>
              <a:t>Using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Mini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Growth of online payments</a:t>
            </a:r>
          </a:p>
          <a:p>
            <a:r>
              <a:t>• Increase in fraud cases</a:t>
            </a:r>
          </a:p>
          <a:p>
            <a:r>
              <a:t>• Need for intelligent detection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Online Payment Fraud?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Unauthorized transactions</a:t>
            </a:r>
          </a:p>
          <a:p>
            <a:r>
              <a:t>• Identity theft</a:t>
            </a:r>
          </a:p>
          <a:p>
            <a:r>
              <a:t>• Card-not-present fraud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Problems in Traditional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Rule-based systems</a:t>
            </a:r>
          </a:p>
          <a:p>
            <a:r>
              <a:t>• High false positives</a:t>
            </a:r>
          </a:p>
          <a:p>
            <a:r>
              <a:t>• Cannot detect new fraud patterns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Learns from data</a:t>
            </a:r>
          </a:p>
          <a:p>
            <a:r>
              <a:t>• Detects complex patterns</a:t>
            </a:r>
          </a:p>
          <a:p>
            <a:r>
              <a:t>• Adapts to new fraud techniques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Collection</a:t>
            </a:r>
          </a:p>
          <a:p>
            <a:r>
              <a:t>• Data Preprocessing</a:t>
            </a:r>
          </a:p>
          <a:p>
            <a:r>
              <a:t>• Model Training</a:t>
            </a:r>
          </a:p>
          <a:p>
            <a:r>
              <a:t>• Fraud Prediction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ML Algorithms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Logistic Regression</a:t>
            </a:r>
          </a:p>
          <a:p>
            <a:r>
              <a:t>• Decision Tree</a:t>
            </a:r>
          </a:p>
          <a:p>
            <a:r>
              <a:t>• Random Forest</a:t>
            </a:r>
          </a:p>
          <a:p>
            <a:r>
              <a:t>• Neural Networks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Transaction amount</a:t>
            </a:r>
          </a:p>
          <a:p>
            <a:r>
              <a:t>• Time of transaction</a:t>
            </a:r>
          </a:p>
          <a:p>
            <a:r>
              <a:t>• Location</a:t>
            </a:r>
          </a:p>
          <a:p>
            <a:r>
              <a:t>• Device details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Accuracy</a:t>
            </a:r>
          </a:p>
          <a:p>
            <a:r>
              <a:t>• Precision</a:t>
            </a:r>
          </a:p>
          <a:p>
            <a:r>
              <a:t>• Recall</a:t>
            </a:r>
          </a:p>
          <a:p>
            <a:r>
              <a:t>• F1-score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Faster detection</a:t>
            </a:r>
          </a:p>
          <a:p>
            <a:r>
              <a:t>• Reduced financial loss</a:t>
            </a:r>
          </a:p>
          <a:p>
            <a:r>
              <a:t>• Improved customer trust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Banking systems</a:t>
            </a:r>
          </a:p>
          <a:p>
            <a:r>
              <a:t>• E-commerce platforms</a:t>
            </a:r>
          </a:p>
          <a:p>
            <a:r>
              <a:t>• Digital wallets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makes fraud detection smarter, faster, and more reliable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